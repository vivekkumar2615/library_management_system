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0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02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14300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424160" y="32918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MINI PROJECT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reliable web system to manage books, students, and issue–return records from one dashboard.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68580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22960" y="4297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73352" y="4297680"/>
            <a:ext cx="59436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1673352" y="42976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32304" y="42976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2432304" y="42976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97096" y="42976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197096" y="4297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[Student Name]   |   [Roll No.]   |   [Class / Department]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309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[Faculty Name]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Library Management System?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library registers are slow and error-prone — books get misplaced, dues are forgotten, and student records pile up on paper. This project replaces that process with a lightweight web application that keeps every book, student, and transaction organized and searchable in one place.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🗂️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67588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records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959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book, student, and transaction data lives in a single SQLite database.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⚡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45445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day-to-day use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8646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search, edit, and delete books or students in a few clicks.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4008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🔁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413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tracking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573328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and return actions update availability counts instantly.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86600" y="1691640"/>
            <a:ext cx="44805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27000" dist="38100" dir="5400000" algn="bl" rotWithShape="0">
              <a:srgbClr val="1B243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0" descr="/home/claude/lms_ppt/images/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2917127"/>
            <a:ext cx="4261104" cy="202958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Aims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📚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Management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search, edit and delete book records with title, author, category, ISBN and quantity.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6177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🎓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71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student details — name, roll number, email and phone — for quick lookup.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3667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🔄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Return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9718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which book is issued to which student, with issue and due dates.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68680" y="4343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686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📊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983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349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total titles, copies, available books and issued books at a glance.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41148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617720" y="4343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6177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🔐</a:t>
            </a:r>
            <a:endParaRPr lang="en-US" sz="143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983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5349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management actions to an authenticated admin panel.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1148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8FA"/>
          </a:solidFill>
          <a:ln w="12700">
            <a:solidFill>
              <a:srgbClr val="E1EA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66760" y="4343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83667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🗄️</a:t>
            </a:r>
            <a:endParaRPr lang="en-US" sz="143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983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5349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data reliably in a lightweight SQLite database.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 Simple, Proven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77340" y="2377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157734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dirty="0">
                <a:solidFill>
                  <a:srgbClr val="000000"/>
                </a:solidFill>
              </a:rPr>
              <a:t>🧱</a:t>
            </a:r>
            <a:endParaRPr lang="en-US" sz="208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every page — dashboard, forms and tables.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20116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57700" y="2377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45770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dirty="0">
                <a:solidFill>
                  <a:srgbClr val="000000"/>
                </a:solidFill>
              </a:rPr>
              <a:t>🎨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886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the interface for a clean, readable layout.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20116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38060" y="2377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33806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dirty="0">
                <a:solidFill>
                  <a:srgbClr val="000000"/>
                </a:solidFill>
              </a:rPr>
              <a:t>🐍</a:t>
            </a:r>
            <a:endParaRPr lang="en-US" sz="208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886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backend — routes, logic and server responses.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1160" y="20116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218420" y="2377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1021842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dirty="0">
                <a:solidFill>
                  <a:srgbClr val="000000"/>
                </a:solidFill>
              </a:rPr>
              <a:t>🗃️</a:t>
            </a:r>
            <a:endParaRPr lang="en-US" sz="208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38862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relational database storing books, students and transactions.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(HTML/CSS) → Flask routes handle requests → SQLite stores and returns data.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Core Modules, One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📗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search, edit and delete book records.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26974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17720" y="21945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6177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🎓</a:t>
            </a:r>
            <a:endParaRPr lang="en-US" sz="156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291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 library records.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6974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321040" y="21945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3210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dirty="0">
                <a:solidFill>
                  <a:srgbClr val="000000"/>
                </a:solidFill>
              </a:rPr>
              <a:t>🔁</a:t>
            </a:r>
            <a:endParaRPr lang="en-US" sz="156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Return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291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books and track returns.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modules read and write to the same SQLite database, which feeds live counts to the admin dashboard shown below.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27000" dist="38100" dir="5400000" algn="bl" rotWithShape="0">
              <a:srgbClr val="1B243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0" descr="/home/claude/lms_ppt/images/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385" y="5001768"/>
            <a:ext cx="3032749" cy="138074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New Book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 Book form captures the details every library needs to track a title — its author, category, ISBN and how many copies are available for issue.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80720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96112" y="26700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Title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26440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96112" y="31272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72160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96112" y="3584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17880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96112" y="4041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63600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96112" y="44988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89320" y="1463040"/>
            <a:ext cx="55778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27000" dist="38100" dir="5400000" algn="bl" rotWithShape="0">
              <a:srgbClr val="1B243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/home/claude/lms_ppt/images/addboo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2621947"/>
            <a:ext cx="5358384" cy="261994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Viewing &amp; Searching Books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27000" dist="38100" dir="5400000" algn="bl" rotWithShape="0">
              <a:srgbClr val="1B243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lms_ppt/images/booksl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547087"/>
            <a:ext cx="6729984" cy="25867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783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9095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17647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search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20848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title, author, category or ISBN from one search bar.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09560" y="2926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79095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📦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29077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32278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Available column updates automatically as books are issued or returned.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09560" y="4069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79095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✏️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40507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549640" y="43708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or delete any book directly from the list.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Student Records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is registered with a name, roll number, email and phone number, making it easy to identify who currently holds a book.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85292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96112" y="2715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31012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96112" y="31729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76732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96112" y="3630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22452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96112" y="4087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46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can be added, edited or removed at any time — confirmations like “Student deleted successfully” keep the admin informed.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463040"/>
            <a:ext cx="55778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27000" dist="38100" dir="5400000" algn="bl" rotWithShape="0">
              <a:srgbClr val="1B243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0" descr="/home/claude/lms_ppt/images/studen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2754037"/>
            <a:ext cx="5358384" cy="235576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Issuing &amp; Returning Books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9494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blurRad="127000" dist="38100" dir="5400000" algn="bl" rotWithShape="0">
              <a:srgbClr val="1B243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lms_ppt/images/issueretur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166180"/>
            <a:ext cx="6729984" cy="28914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8745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90956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18562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book and a student from the dropdown lists.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909560" y="28803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90956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458200" y="28620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Issue Book to log the transaction with an issue and due date.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09560" y="38862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790956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458200" y="386791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loans appear in the table below until they are returned.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3931920"/>
            <a:ext cx="3840480" cy="384048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Management System successfully replaces manual registers with a fast, searchable web app — giving the admin real-time visibility into books, students and active loans.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105156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5661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2296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rgbClr val="000000"/>
                </a:solidFill>
              </a:rPr>
              <a:t>⏰</a:t>
            </a:r>
            <a:endParaRPr lang="en-US" sz="1092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844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overdue reminders via email or SMS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13308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2296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rgbClr val="000000"/>
                </a:solidFill>
              </a:rPr>
              <a:t>📈</a:t>
            </a:r>
            <a:endParaRPr lang="en-US" sz="1092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1513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analytics on borrowing trends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70001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296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rgbClr val="000000"/>
                </a:solidFill>
              </a:rPr>
              <a:t>🧾</a:t>
            </a:r>
            <a:endParaRPr lang="en-US" sz="1092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7183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Barcode/QR scanning for faster issue &amp; return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26694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22960" y="526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rgbClr val="000000"/>
                </a:solidFill>
              </a:rPr>
              <a:t>👥</a:t>
            </a:r>
            <a:endParaRPr lang="en-US" sz="1092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2852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logins for multiple staff members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3520440"/>
            <a:ext cx="4846320" cy="2377440"/>
          </a:xfrm>
          <a:prstGeom prst="roundRect">
            <a:avLst>
              <a:gd name="adj" fmla="val 3846"/>
            </a:avLst>
          </a:prstGeom>
          <a:solidFill>
            <a:srgbClr val="065A82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492240" y="3794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are welcome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5120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9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 |  HTML · CSS · Flask · SQLite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726</Words>
  <Application>Microsoft Office PowerPoint</Application>
  <PresentationFormat>Widescreen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Vivek kumar</cp:lastModifiedBy>
  <cp:revision>2</cp:revision>
  <dcterms:created xsi:type="dcterms:W3CDTF">2026-09-22T18:37:36Z</dcterms:created>
  <dcterms:modified xsi:type="dcterms:W3CDTF">2026-09-22T18:44:05Z</dcterms:modified>
</cp:coreProperties>
</file>